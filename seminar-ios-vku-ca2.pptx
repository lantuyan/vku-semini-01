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Phát triển iOS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Góc nhìn PRODUCT &amp; INDIE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Kỹ thuật · công cụ · câu chuyện Flappy Bird &amp; con đường indie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5120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— Technical Leader, VNGalaxy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Sinh viên năm 2 — VKU · Sáng thứ Bảy · 2 ca × 90 phút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Về diễn giả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8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</a:t>
            </a:r>
            <a:endParaRPr lang="en-US" sz="2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Technical Leader — VNGalaxy</a:t>
            </a:r>
            <a:endParaRPr lang="en-US" sz="2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Chuyên môn: iOS, kiến trúc mobile, lead team kỹ thuật</a:t>
            </a:r>
            <a:endParaRPr lang="en-US" sz="2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Vai trò hôm nay: kể câu chuyện product từ góc nhìn người đã build sản phẩm thực tế</a:t>
            </a:r>
            <a:endParaRPr lang="en-US" sz="2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Liên hệ: sẽ chia sẻ ở slide cuối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Sau ca 2, bạn sẽ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Hiểu vòng đời một product iOS từ idea đến App Store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Biết các mô hình monetization phổ biến năm 2026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Hiểu vì sao Flappy Bird đáng được nhắc tới mỗi năm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Có một roadmap thực tế để đi đường indie từ sinh viên năm 2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Phân biệt được khi nào nên outsource, khi nào nên làm product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Agenda — 90 phút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08:00 – 08:05 · Mở đầu &amp; khảo sát phòng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08:05 – 08:20 · Tổng quan lập trình iOS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08:20 – 08:35 · Objective-C → Swift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08:35 – 08:50 · UIKit vs SwiftUI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08:50 – 09:00 · Công cụ + tour code mẫu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10:30 – 11:00 · PRODUCT / INDIE — case Flappy Bird + Q&amp;A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3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PHẦN 1 — KỸ THUẬT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Lập trình iOS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hôm nay trông như thế nào?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Hệ sinh thái Apple Platforms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iOS · iPadOS · macOS · watchOS · tvOS · visionOS — cùng SDK, cùng Swift, cùng Xcode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Kỹ năng iOS chuyển dịch được sang các nền tảng khác của Apple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Phân phối duy nhất qua App Store (trừ sideload tại EU từ 2024)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Indie ưu tiên iOS: cộng đồng sẵn sàng trả tiền, App Store sân chơi phẳng toàn cầu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Cấu trúc một app iOS hiện đại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UI: SwiftUI (mới) hoặc UIKit (truyền thống)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Logic: Swift thuần · Combine · Swift Concurrency (async/await)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Data: Core Data · SwiftData (iOS 17+) · Realm · REST/GraphQL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Platform: APNs · HealthKit · MapKit · AVFoundation · StoreKit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Ví dụ minh hoạ: Things 3, Bear, Procreate — kiến trúc gọn, 1–3 người maintain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3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LỊCH SỬ NGÔN NGỮ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Từ Objective-C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đến Swift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Objective-C vs Swift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Objective-C (1984–nay)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Brad Cox · Tom Love → NeXT → Apple (1996)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Cú pháp [object method:arg], kế thừa C + Smalltalk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Toàn bộ API gốc macOS/iOS viết bằng Obj-C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Yếu: không type-safe mạnh, không optionals, dễ crash do nil messaging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Còn cần khi maintain code legacy &amp; bridge C/C++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 (2014–nay)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53796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WWDC 2014 · Chris Lattner (cha đẻ LLVM)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 toàn · hiện đại · nhanh · thân thiện cho người mới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Mã nguồn mở từ 2015 → server-side với Vapor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Cột mốc: Swift 3 (2016), Swift 5 ABI (2019), async/await (Swift 5.5, 2021), Swift 6 strict concurrency (2024)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Indie 2026: Swift + SwiftUI là mặc định, Obj-C chỉ là kiến thức bonus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3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FRAMEWORK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UIKit vs SwiftUI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hai paradigm, một hệ sinh thái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UIKit vs SwiftUI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UIKit (2008–nay) — Imperative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Framework gốc của iPhone OS 2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MVC truyền thống · UIView/UIViewController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Layout: frame · Auto Layout · Storyboard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Ổn định, control sâu, mọi tutorial cũ đều dùng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Nhược: code dài, 'massive view controller', khó test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SwiftUI (2019–nay) — Declarative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53796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Cảm hứng từ React và Flutter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View là struct · state-driven · auto re-render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Tận dụng @State · @Binding · @Observable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Nhanh hơn 2–3× cho UI thường gặp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Nhược: thiếu một số custom sâu, phụ thuộc iOS version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Chọn UIKit hay SwiftUI trong thực tế 2026?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indie mới: gần như luôn SwiftUI — tốc độ ship là vũ khí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Codebase lớn cũ: vẫn UIKit, thêm SwiftUI cho màn mới (hybrid)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Hai framework nhúng vào nhau: UIViewRepresentable · UIHostingController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Animation phức tạp, custom drawing → UIKit còn lợi thế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Bài học cho indie: chọn SwiftUI để 1 người làm được nhanh hơn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CÔNG CỤ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Xcode, SPM,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Instruments &amp; tour code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Bộ công cụ tối thiểu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Xcode — IDE chính thức, miễn phí, macOS only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 Package Manager (SPM) — thay CocoaPods, tích hợp thẳng Xcode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Instruments — đo memory leak · CPU · năng lượng · network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TestFlight — phân phối beta trước khi lên App Store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Fastlane — automation đóng gói, upload, screenshot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SwiftLint · SwiftFormat — giữ code style trong team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RevenueCat — gắn IAP/Subscription nhanh (đặc thù indie)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Tour code mẫu (live)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Diễn giả mở Xcode — đi tour project đã chuẩn bị sẵn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Cấu trúc thư mục · Info.plist · Capabilities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Asset Catalog (icon · color · image set)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 View SwiftUI + 1 ViewModel + 1 Service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Build &amp; chạy trên Simulator → Instruments xem memory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b="1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Không gõ code live — chỉ tour cấu trúc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Timeline ca 2 — 09:35 đến 11:00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85039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Thời gian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Phút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Nội dung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E7D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09:35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Mở đầu ca 2 — đổi tone sang 'làm sản phẩm của mình'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09:40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15'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Tổng quan iOS (đi nhanh, ví dụ khác ca 1)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09:55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15'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Obj-C → Swift từ góc nhìn người làm product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10:10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15'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UIKit vs SwiftUI — chọn cái nào cho indie?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10:25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Công cụ + tour code mẫu (nhấn StoreKit, ASO)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10:30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25'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PRODUCT/INDIE — case Flappy Bird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10:55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Q&amp;A &amp; lời nhắn cuối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3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PHẦN 2 — PRODUCT / INDIE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Làm sản phẩm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của chính bạn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Product vs Outsource — khác biệt cốt lõi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OUTSOURCE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Bán giờ công cho khách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Thu nhập tuyến tính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Chắc chắn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Học engineering chuẩn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Career path rõ ràng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PRODUCT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53796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Bán sản phẩm cho user cuối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Thu nhập có thể scale phi tuyến (1 người làm, triệu user mua)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Rủi ro cao, upside lớn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Học toàn diện: design · marketing · ops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Không loại trừ outsource — nhiều người làm cả hai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Vòng đời một product iOS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Idea → Validate (hỏi user thật, không hỏi bạn bè)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MVP — build trong 2–6 tuần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beta qua TestFlight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Launch trên App Store — metadata, screenshot, video preview, ASO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Growth — track D1/D7/D30 retention, ARPU, free→paid conversion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Iterate — ra version mới mỗi 2–4 tuần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Monetization — kiếm tiền từ app như thế nào?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Paid up-front — trả 1 lần khi tải (Things 3, Procreate)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Freemium + IAP — mở khoá tính năng cao cấp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Subscription — mô hình lớn nhất 2020s (Duolingo, Notion, Calm)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Quảng cáo — AdMob, AppLovin — phù hợp game casual (Flappy Bird)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Hybrid — free + ads + IAP remove ads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Apple cắt 30% (15% với Small Business Program &lt;1M USD/năm)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3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CASE STUDY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Flappy Bird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&amp; Nguyễn Hà Đông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Flappy Bird — những con số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Tác giả: Nguyễn Hà Đông (Đông Nguyễn) — Hà Nội, sinh 1985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Studio: dotGEARS — gần như một mình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Phát hành: tháng 5/2013 — ban đầu không nổi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Viral: cuối 2013–đầu 2014 nhờ độ khó 'gây nghiện gây bực'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Đỉnh điểm: #1 App Store ở 100+ quốc gia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Doanh thu công khai ước tính ~50.000 USD/ngày từ quảng cáo banner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0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Gỡ khỏi App Store ngày 10/02/2014 — quyết định gây sốc toàn cầu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3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28800"/>
            <a:ext cx="10332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“Tôi không thể chịu được nữa.”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— Nguyễn Hà Đông, giải thích lý do gỡ Flappy Bird (2014)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Vì sao Flappy Bird đáng nhắc với SV Việt Nam 2026?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Một người, một app đơn giản, đứng #1 App Store thế giới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Phá niềm tin 'muốn nổi phải ở Silicon Valley' — App Store là sân chơi phẳng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Ý tưởng &gt; Công nghệ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Flappy Bird dùng kỹ thuật cơ bản: gameplay 1 tap, art retro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Yếu tố 'gây nghiện' &amp; viral organic &gt; số lượng tính năng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Bài học cá nhân: thành công vượt kỳ vọng có cái giá của nó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Indie iOS tại Việt Nam &amp; Đà Nẵng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Cộng đồng indie/solo nhỏ nhưng tích cực — studio 1–5 người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Doanh thu phổ biến: vài nghìn đến vài chục nghìn USD/tháng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Lĩnh vực: game hyper-casual · utility · sticker/launcher · AI wrapper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Đà Nẵng có lợi thế: chi phí sống thấp · cộng đồng dev đông · internet tốt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Hạn chế: cần Wise/Payoneer để nhận tiền · cần làm quen W-8BEN · marketing là 70% công việc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Roadmap thực tế cho sinh viên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Năm 2 — bây giờ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Học Swift + SwiftUI cho thạo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Clone 2–3 app nhỏ (Weather, Notes, Pomodoro)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Bắt đầu đọc Apple Documentation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Năm 3 → Tốt nghiệp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53796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Năm 3: ship app đầu tay lên App Store (free OK)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Năm 3–4: thử monetize 1 app utility (RevenueCat + ASO)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Tốt nghiệp: chọn 1 trong 3 — outsource lấy kinh nghiệm · product company · full-time indie nếu app đã ≥ chi phí sống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Công cụ đặc thù cho indie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RevenueCat — gắn IAP/Subscription, dashboard analytics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Superwall — A/B test paywall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Store Connect Analytics — funnel, retention, country breakdown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Apple Search Ads — kênh paid acquisition chính trong App Store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 Tower / data.ai — benchmark đối thủ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Twitter/X — kênh marketing số 1 của indie iOS toàn cầu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3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28800"/>
            <a:ext cx="10332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“Cứ ship sớm, ship nhỏ, rồi học từ phản hồi của user thật.”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— Lời nhắn cuối — Nguyễn Quế Lân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Trao đổi với sinh viên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Nếu được phát hành 1 app miễn phí ngay tuần sau, bạn muốn làm app gì?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Bạn nghĩ mình hợp với product hay outsource hơn? Vì sao?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Bạn muốn hỏi gì về App Store, monetization, marketing?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Đặt câu hỏi — đây là phần quý nhất của seminar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 điểm cần nhớ — Ca 2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4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 Học iOS không phải để biết Swift — là để build sản phẩm cho user thật</a:t>
            </a:r>
            <a:endParaRPr lang="en-US" sz="2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4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2. Ý tưởng &gt; Công nghệ. Flappy Bird là minh chứng.</a:t>
            </a:r>
            <a:endParaRPr lang="en-US" sz="2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4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3. Outsource &amp; Product không loại trừ — chọn con đường phù hợp từng giai đoạn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3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0116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Cảm ơn VKU!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731520" y="34747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Hẹn gặp lại trên App Store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4846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Technical Leader · VNGalaxy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5394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Liên hệ: (bổ sung email/GitHub/LinkedIn trước buổi)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Seminar iOS · VKU · Ca 2 · 09:35–11:00 · Product/Indie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Seminar iOS — VKU — Ca 2 — Product / Indie</dc:title>
  <dc:subject>PptxGenJS Presentation</dc:subject>
  <dc:creator>Nguyễn Quế Lân</dc:creator>
  <cp:lastModifiedBy>Nguyễn Quế Lân</cp:lastModifiedBy>
  <cp:revision>1</cp:revision>
  <dcterms:created xsi:type="dcterms:W3CDTF">2026-05-14T02:55:52Z</dcterms:created>
  <dcterms:modified xsi:type="dcterms:W3CDTF">2026-05-14T02:55:52Z</dcterms:modified>
</cp:coreProperties>
</file>