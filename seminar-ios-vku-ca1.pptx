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0972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Phát triển iOS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731520" y="210312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Góc nhìn OUTSOURCE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Kỹ thuật · công cụ · thực trạng outsource Mobile tại Đà Nẵng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731520" y="5120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— Technical Leader, VNGalaxy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5577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Sinh viên năm 2 — VKU · Sáng thứ Bảy · 2 ca × 90 phút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Seminar iOS · VKU · Ca 1 · 08:00–09:30 · Outsource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Về diễn giả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1097280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80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</a:t>
            </a:r>
            <a:endParaRPr lang="en-US" sz="2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Technical Leader — VNGalaxy</a:t>
            </a:r>
            <a:endParaRPr lang="en-US" sz="2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Chuyên môn: iOS, kiến trúc mobile, lead team kỹ thuật</a:t>
            </a:r>
            <a:endParaRPr lang="en-US" sz="2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Vai trò hôm nay: chia sẻ từ vị trí lead — chọn công nghệ, review code, tuyển dụng &amp; mentor</a:t>
            </a:r>
            <a:endParaRPr lang="en-US" sz="2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Liên hệ: sẽ chia sẻ ở slide cuối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Seminar iOS · VKU · Ca 1 · 08:00–09:30 · Outsource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Sau ca 1, bạn sẽ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1097280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Hiểu dòng thời gian iOS: Obj-C → Swift, UIKit → SwiftUI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Biết cấu trúc một project Xcode chuẩn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Hình dung được một ngày của lập trình viên iOS outsource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Biết kỹ năng cần có để xin intern/fresher iOS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Biết outsource Mobile tại Đà Nẵng đang trông như thế nào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Seminar iOS · VKU · Ca 1 · 08:00–09:30 · Outsource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Agenda — 90 phút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1097280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08:00 – 08:05 · Mở đầu &amp; khảo sát phòng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08:05 – 08:20 · Tổng quan lập trình iOS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08:20 – 08:35 · Objective-C → Swift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08:35 – 08:50 · UIKit vs SwiftUI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08:50 – 09:00 · Công cụ + tour code mẫu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09:00 – 09:30 · OUTSOURCE iOS tại Đà Nẵng + Q&amp;A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Seminar iOS · VKU · Ca 1 · 08:00–09:30 · Outsource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3A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23774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PHẦN 1 — KỸ THUẬT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10972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Lập trình iOS</a:t>
            </a:r>
            <a:endParaRPr lang="en-US" sz="5200" dirty="0"/>
          </a:p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hôm nay trông như thế nào?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Seminar iOS · VKU · Ca 1 · 08:00–09:30 · Outsource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Hệ sinh thái Apple Platforms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1097280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iOS · iPadOS · macOS · watchOS · tvOS · visionOS — cùng SDK, cùng Swift, cùng Xcode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Kỹ năng iOS chuyển dịch được sang các nền tảng khác của Apple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Phân phối duy nhất qua App Store (trừ sideload tại EU từ 2024)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Doanh nghiệp ưu tiên iOS: user chi cao, ít fragmentation, UX chuẩn cao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Seminar iOS · VKU · Ca 1 · 08:00–09:30 · Outsource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Cấu trúc một app iOS hiện đại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1097280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UI: SwiftUI (mới) hoặc UIKit (truyền thống)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Logic: Swift thuần · Combine · Swift Concurrency (async/await)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Data: Core Data · SwiftData (iOS 17+) · Realm · REST/GraphQL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Platform: APNs · HealthKit · MapKit · AVFoundation · StoreKit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Ví dụ minh hoạ: app banking, super-app — kiến trúc nhiều module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Seminar iOS · VKU · Ca 1 · 08:00–09:30 · Outsource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3A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23774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LỊCH SỬ NGÔN NGỮ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10972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Từ Objective-C</a:t>
            </a:r>
            <a:endParaRPr lang="en-US" sz="5200" dirty="0"/>
          </a:p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đến Swift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Seminar iOS · VKU · Ca 1 · 08:00–09:30 · Outsource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Objective-C vs Swift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557784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41732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Objective-C (1984–nay)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77240" y="1965960"/>
            <a:ext cx="51663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Brad Cox · Tom Love → NeXT → Apple (1996)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Cú pháp [object method:arg], kế thừa C + Smalltalk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Toàn bộ API gốc macOS/iOS viết bằng Obj-C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Yếu: không type-safe mạnh, không optionals, dễ crash do nil messaging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Còn cần khi maintain code legacy &amp; bridge C/C++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217920" y="1280160"/>
            <a:ext cx="557784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41732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Swift (2014–nay)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537960" y="1965960"/>
            <a:ext cx="51663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WWDC 2014 · Chris Lattner (cha đẻ LLVM)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 toàn · hiện đại · nhanh · thân thiện cho người mới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Mã nguồn mở từ 2015 → server-side với Vapor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Cột mốc: Swift 3 (2016), Swift 5 ABI (2019), async/await (Swift 5.5, 2021), Swift 6 strict concurrency (2024)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Khuyến nghị: học Swift là chính, biết đọc Obj-C để không 'mù'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Seminar iOS · VKU · Ca 1 · 08:00–09:30 · Outsource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3A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23774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FRAMEWORK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10972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UIKit vs SwiftUI</a:t>
            </a:r>
            <a:endParaRPr lang="en-US" sz="5200" dirty="0"/>
          </a:p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hai paradigm, một hệ sinh thái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Seminar iOS · VKU · Ca 1 · 08:00–09:30 · Outsource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UIKit vs SwiftUI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557784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41732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UIKit (2008–nay) — Imperative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77240" y="1965960"/>
            <a:ext cx="51663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Framework gốc của iPhone OS 2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MVC truyền thống · UIView/UIViewController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Layout: frame · Auto Layout · Storyboard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Ổn định, control sâu, mọi tutorial cũ đều dùng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Nhược: code dài, 'massive view controller', khó test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217920" y="1280160"/>
            <a:ext cx="557784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41732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SwiftUI (2019–nay) — Declarative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537960" y="1965960"/>
            <a:ext cx="51663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Cảm hứng từ React và Flutter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View là struct · state-driven · auto re-render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Tận dụng @State · @Binding · @Observable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Nhanh hơn 2–3× cho UI thường gặp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Nhược: thiếu một số custom sâu, phụ thuộc iOS version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Seminar iOS · VKU · Ca 1 · 08:00–09:30 · Outsource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Chọn UIKit hay SwiftUI trong thực tế 2026?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1097280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Dự án enterprise mới: ưu tiên SwiftUI cho màn hình mới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Codebase lớn cũ: vẫn UIKit, thêm SwiftUI cho màn mới (hybrid)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Hai framework nhúng vào nhau: UIViewRepresentable · UIHostingController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Animation phức tạp, custom drawing → UIKit còn lợi thế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Bài học cho intern: học CẢ HAI — phỏng vấn outsource hay hỏi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Seminar iOS · VKU · Ca 1 · 08:00–09:30 · Outsource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3A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23774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CÔNG CỤ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10972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Xcode, SPM,</a:t>
            </a:r>
            <a:endParaRPr lang="en-US" sz="5200" dirty="0"/>
          </a:p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Instruments &amp; tour code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Seminar iOS · VKU · Ca 1 · 08:00–09:30 · Outsource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Bộ công cụ tối thiểu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1097280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0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Xcode — IDE chính thức, miễn phí, macOS only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0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Swift Package Manager (SPM) — thay CocoaPods, tích hợp thẳng Xcode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0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Instruments — đo memory leak · CPU · năng lượng · network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0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TestFlight — phân phối beta trước khi lên App Store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0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Fastlane — automation đóng gói, upload, screenshot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0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SwiftLint · SwiftFormat — giữ code style trong team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0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Xcode Cloud — CI/CD chính chủ của Apple từ 2022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Seminar iOS · VKU · Ca 1 · 08:00–09:30 · Outsource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Tour code mẫu (live)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1097280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Diễn giả mở Xcode — đi tour project đã chuẩn bị sẵn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Cấu trúc thư mục · Info.plist · Capabilities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Asset Catalog (icon · color · image set)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 View SwiftUI + 1 ViewModel + 1 Service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Build &amp; chạy trên Simulator → Instruments xem memory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b="1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Không gõ code live — chỉ tour cấu trúc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Seminar iOS · VKU · Ca 1 · 08:00–09:30 · Outsource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Timeline ca 1 — 08:00 đến 09:30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850392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Thời gian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Phút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Nội dung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E7D3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08:00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5'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Mở đầu &amp; khảo sát phòng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08:05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15'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Tổng quan lập trình iOS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08:20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15'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Objective-C → Swift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08:35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15'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UIKit vs SwiftUI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08:50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10'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Công cụ + tour code mẫu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09:00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25'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OUTSOURCE iOS tại Đà Nẵng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09:25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5'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Q&amp;A &amp; chốt 3 điểm cần nhớ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Seminar iOS · VKU · Ca 1 · 08:00–09:30 · Outsource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3A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23774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PHẦN 2 — OUTSOURCE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10972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Đi làm thuê,</a:t>
            </a:r>
            <a:endParaRPr lang="en-US" sz="5200" dirty="0"/>
          </a:p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làm cho khách quốc tế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Seminar iOS · VKU · Ca 1 · 08:00–09:30 · Outsource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Outsource là gì?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1097280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Khách hàng (Mỹ · Nhật · EU · Singapore) thuê đội ngũ VN làm phần mềm theo yêu cầu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Mô hình: ODC · Project-based · Staff augmentation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Không sở hữu sản phẩm cuối, không chia user revenue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Đổi lại: dòng tiền ổn định, học codebase enterprise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Seminar iOS · VKU · Ca 1 · 08:00–09:30 · Outsource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Outsource ≠ Product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557784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41732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OUTSOURCE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77240" y="1965960"/>
            <a:ext cx="51663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Bán giờ công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Thu nhập tuyến tính (người × giờ)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Chắc chắn, ổn định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Học quy trình enterprise nhanh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Tiếp xúc client quốc tế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217920" y="1280160"/>
            <a:ext cx="557784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41732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PRODUCT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537960" y="1965960"/>
            <a:ext cx="51663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Bán sản phẩm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Thu nhập có thể scale phi tuyến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Rủi ro cao, upside lớn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Học toàn diện hơn (PM · marketing · ops)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Có 'chủ quyền' với app của mình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Seminar iOS · VKU · Ca 1 · 08:00–09:30 · Outsource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Đà Nẵng — bức tranh outsource Mobile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1097280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 trong 3 trung tâm CNTT lớn nhất VN (cùng HN, HCM)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Cụm doanh nghiệp tập trung quanh Khu CNTT tập trung &amp; Khu CNC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Đa phần phục vụ thị trường Nhật · Mỹ · EU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Mobile (iOS+Android) chiếm tỷ trọng đáng kể sau Web/Backend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iOS: số lượng ít hơn Android nhưng đơn giá CAO HƠN (cung không đủ cầu)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Số liệu tổng hợp từ nguồn công khai (VINASA · TopDev · ITviec · báo chí)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Seminar iOS · VKU · Ca 1 · 08:00–09:30 · Outsource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Một ngày của iOS dev outsource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1097280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Sáng — pull code, đọc Jira, daily standup với client (EN/JP)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Trưa — code feature theo ticket · viết unit test · review PR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Chiều — meeting BA/QA · fix bug · pair-programming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Tối — đôi khi sync meeting 21–22h nếu client US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Tiếng Anh là điều kiện cần — tiếng Nhật là điểm cộng lớn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Seminar iOS · VKU · Ca 1 · 08:00–09:30 · Outsource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Quy trình một dự án outsource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1097280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Pre-sales · proposal · estimate effort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Kick-off · scope · team size · sprint 2 tuần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Development · planning → daily → review → retro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UAT — client test, log bug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Release · TestFlight → App Store · bàn giao tài liệu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Maintenance · vá lỗi · cập nhật theo iOS version mới mỗi năm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Seminar iOS · VKU · Ca 1 · 08:00–09:30 · Outsource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Vai trò trong team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557784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41732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Hierarchy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77240" y="1965960"/>
            <a:ext cx="51663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Intern / Fresher — task nhỏ, học từ senior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Junior (1–2y) — code feature có hướng dẫn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Senior (3–5y) — thiết kế module, review code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Tech Lead (5y+) — kiến trúc, làm việc trực tiếp client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217920" y="1280160"/>
            <a:ext cx="557784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41732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Vai trò đặc thù VN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537960" y="1965960"/>
            <a:ext cx="51663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BrSE / Comtor (Nhật) — cầu nối ngôn ngữ-kỹ thuật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Solution Architect — design hệ thống pre-sales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QA Lead — kiểm thử, viết test plan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Scrum Master / PM — quản lý sprint, báo cáo client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Seminar iOS · VKU · Ca 1 · 08:00–09:30 · Outsource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Kỹ năng cần để xin intern/fresher iOS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1097280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Cứng cơ bản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Swift cơ bản · UIKit hoặc SwiftUI build được màn đơn giản · Auto Layout · MVC/MVVM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Cứng nâng cao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REST API · JSON Codable · UserDefaults/CoreData · async/await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Mềm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Tiếng Anh đọc tài liệu Apple (bắt buộc) · giao tiếp cơ bản · tiếng Nhật = bonus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Quy trình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 (branch, PR, conflict) · Jira · hiểu sprint là gì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Tự học là kỹ năng số 1 — iOS đổi mỗi năm tại WWDC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Seminar iOS · VKU · Ca 1 · 08:00–09:30 · Outsource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Outsource — Ưu &amp; Nhược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557784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41732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Ưu điểm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77240" y="1965960"/>
            <a:ext cx="51663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Dễ tìm việc đầu sự nghiệp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Tiếp xúc client quốc tế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Cải thiện tiếng Anh nhanh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Mức lương khởi điểm tốt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Học engineering chuyên nghiệp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217920" y="1280160"/>
            <a:ext cx="557784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41732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Nhược điểm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537960" y="1965960"/>
            <a:ext cx="51663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Ít 'chủ quyền' sản phẩm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Đôi khi làm mảng lặp lại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Ít cơ hội học design/PM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Phụ thuộc dòng dự án từ client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Career path đôi khi đóng khung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Seminar iOS · VKU · Ca 1 · 08:00–09:30 · Outsource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3A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828800"/>
            <a:ext cx="103327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i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“Outsource là trường học engineering tốt nhất Việt Nam — đi 2–3 năm bạn sẽ trưởng thành rất nhanh.”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914400" y="47548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— Lời khuyên từ vị trí lead phỏng vấn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Seminar iOS · VKU · Ca 1 · 08:00–09:30 · Outsource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Trao đổi với sinh viên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1097280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Bạn nào đã thử apply intern iOS?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Khó khăn lớn nhất khi đi phỏng vấn là gì?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Bạn muốn hỏi gì về quy trình tuyển dụng, mức lương, công nghệ?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Đặt câu hỏi — không có câu nào ngớ ngẩn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Seminar iOS · VKU · Ca 1 · 08:00–09:30 · Outsource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 điểm cần nhớ — Ca 1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1097280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60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1. Swift + SwiftUI là tương lai — UIKit vẫn còn cần</a:t>
            </a:r>
            <a:endParaRPr lang="en-US" sz="26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60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2. Outsource = trường học engineering, không phải đích đến cuối</a:t>
            </a:r>
            <a:endParaRPr lang="en-US" sz="26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60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3. Tiếng Anh + Git + tự học = bộ ba bắt buộc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Seminar iOS · VKU · Ca 1 · 08:00–09:30 · Outsource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B3A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228600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Cảm ơn!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731520" y="36576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Hẹn gặp lại ở ca 2 — góc nhìn Product &amp; Indie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50292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Seminar iOS · VKU · Ca 1 · 08:00–09:30 · Outsource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Seminar iOS — VKU — Ca 1 — Outsource</dc:title>
  <dc:subject>PptxGenJS Presentation</dc:subject>
  <dc:creator>Nguyễn Quế Lân</dc:creator>
  <cp:lastModifiedBy>Nguyễn Quế Lân</cp:lastModifiedBy>
  <cp:revision>1</cp:revision>
  <dcterms:created xsi:type="dcterms:W3CDTF">2026-05-14T02:55:52Z</dcterms:created>
  <dcterms:modified xsi:type="dcterms:W3CDTF">2026-05-14T02:55:52Z</dcterms:modified>
</cp:coreProperties>
</file>